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61" autoAdjust="0"/>
    <p:restoredTop sz="94660"/>
  </p:normalViewPr>
  <p:slideViewPr>
    <p:cSldViewPr snapToGrid="0">
      <p:cViewPr varScale="1">
        <p:scale>
          <a:sx n="87" d="100"/>
          <a:sy n="87" d="100"/>
        </p:scale>
        <p:origin x="298" y="4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2DAF05-3A19-484C-A458-161452151BE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D910111-404D-45C4-A9F9-A4B13D63F8B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C6E22EF-0CE9-4F02-BB47-CF61CEF777FF}"/>
              </a:ext>
            </a:extLst>
          </p:cNvPr>
          <p:cNvSpPr>
            <a:spLocks noGrp="1"/>
          </p:cNvSpPr>
          <p:nvPr>
            <p:ph type="dt" sz="half" idx="10"/>
          </p:nvPr>
        </p:nvSpPr>
        <p:spPr/>
        <p:txBody>
          <a:bodyPr/>
          <a:lstStyle/>
          <a:p>
            <a:fld id="{C1294FAA-CE77-4682-9071-8CBD0ED80AD6}" type="datetimeFigureOut">
              <a:rPr lang="en-US" smtClean="0"/>
              <a:t>12/27/2019</a:t>
            </a:fld>
            <a:endParaRPr lang="en-US"/>
          </a:p>
        </p:txBody>
      </p:sp>
      <p:sp>
        <p:nvSpPr>
          <p:cNvPr id="5" name="Footer Placeholder 4">
            <a:extLst>
              <a:ext uri="{FF2B5EF4-FFF2-40B4-BE49-F238E27FC236}">
                <a16:creationId xmlns:a16="http://schemas.microsoft.com/office/drawing/2014/main" id="{9AACE288-EA86-4340-B09E-87428B43FC1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46135ED-0B80-490E-A3F3-51E36E26BAE9}"/>
              </a:ext>
            </a:extLst>
          </p:cNvPr>
          <p:cNvSpPr>
            <a:spLocks noGrp="1"/>
          </p:cNvSpPr>
          <p:nvPr>
            <p:ph type="sldNum" sz="quarter" idx="12"/>
          </p:nvPr>
        </p:nvSpPr>
        <p:spPr/>
        <p:txBody>
          <a:bodyPr/>
          <a:lstStyle/>
          <a:p>
            <a:fld id="{889C577A-037B-498D-B3BC-85419E9D1460}" type="slidenum">
              <a:rPr lang="en-US" smtClean="0"/>
              <a:t>‹#›</a:t>
            </a:fld>
            <a:endParaRPr lang="en-US"/>
          </a:p>
        </p:txBody>
      </p:sp>
    </p:spTree>
    <p:extLst>
      <p:ext uri="{BB962C8B-B14F-4D97-AF65-F5344CB8AC3E}">
        <p14:creationId xmlns:p14="http://schemas.microsoft.com/office/powerpoint/2010/main" val="14707345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D73130-264A-4ED1-BA57-4FA878AA0BA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2A2FFB5-8C2D-4089-ADDD-612F5EDC00B2}"/>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C453ADC-22EE-45D4-A2CF-BED9062C0C34}"/>
              </a:ext>
            </a:extLst>
          </p:cNvPr>
          <p:cNvSpPr>
            <a:spLocks noGrp="1"/>
          </p:cNvSpPr>
          <p:nvPr>
            <p:ph type="dt" sz="half" idx="10"/>
          </p:nvPr>
        </p:nvSpPr>
        <p:spPr/>
        <p:txBody>
          <a:bodyPr/>
          <a:lstStyle/>
          <a:p>
            <a:fld id="{C1294FAA-CE77-4682-9071-8CBD0ED80AD6}" type="datetimeFigureOut">
              <a:rPr lang="en-US" smtClean="0"/>
              <a:t>12/27/2019</a:t>
            </a:fld>
            <a:endParaRPr lang="en-US"/>
          </a:p>
        </p:txBody>
      </p:sp>
      <p:sp>
        <p:nvSpPr>
          <p:cNvPr id="5" name="Footer Placeholder 4">
            <a:extLst>
              <a:ext uri="{FF2B5EF4-FFF2-40B4-BE49-F238E27FC236}">
                <a16:creationId xmlns:a16="http://schemas.microsoft.com/office/drawing/2014/main" id="{91DD0341-925C-491C-829B-514D893A719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3CE854C-92B6-4D8A-B084-5ABF37F56120}"/>
              </a:ext>
            </a:extLst>
          </p:cNvPr>
          <p:cNvSpPr>
            <a:spLocks noGrp="1"/>
          </p:cNvSpPr>
          <p:nvPr>
            <p:ph type="sldNum" sz="quarter" idx="12"/>
          </p:nvPr>
        </p:nvSpPr>
        <p:spPr/>
        <p:txBody>
          <a:bodyPr/>
          <a:lstStyle/>
          <a:p>
            <a:fld id="{889C577A-037B-498D-B3BC-85419E9D1460}" type="slidenum">
              <a:rPr lang="en-US" smtClean="0"/>
              <a:t>‹#›</a:t>
            </a:fld>
            <a:endParaRPr lang="en-US"/>
          </a:p>
        </p:txBody>
      </p:sp>
    </p:spTree>
    <p:extLst>
      <p:ext uri="{BB962C8B-B14F-4D97-AF65-F5344CB8AC3E}">
        <p14:creationId xmlns:p14="http://schemas.microsoft.com/office/powerpoint/2010/main" val="16398652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11F9AA-5B2A-444A-A68A-BCDF91529F1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AC46D05-BE3D-433A-ACC5-AF8369454EC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6CB92662-A0A4-4812-9912-DCD647E6B9C3}"/>
              </a:ext>
            </a:extLst>
          </p:cNvPr>
          <p:cNvSpPr>
            <a:spLocks noGrp="1"/>
          </p:cNvSpPr>
          <p:nvPr>
            <p:ph type="dt" sz="half" idx="10"/>
          </p:nvPr>
        </p:nvSpPr>
        <p:spPr/>
        <p:txBody>
          <a:bodyPr/>
          <a:lstStyle/>
          <a:p>
            <a:fld id="{C1294FAA-CE77-4682-9071-8CBD0ED80AD6}" type="datetimeFigureOut">
              <a:rPr lang="en-US" smtClean="0"/>
              <a:t>12/27/2019</a:t>
            </a:fld>
            <a:endParaRPr lang="en-US"/>
          </a:p>
        </p:txBody>
      </p:sp>
      <p:sp>
        <p:nvSpPr>
          <p:cNvPr id="5" name="Footer Placeholder 4">
            <a:extLst>
              <a:ext uri="{FF2B5EF4-FFF2-40B4-BE49-F238E27FC236}">
                <a16:creationId xmlns:a16="http://schemas.microsoft.com/office/drawing/2014/main" id="{6496AEB3-AF5E-4B4A-AE66-393AA455323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BE5B6BC-D68F-421B-BD6B-8E840908652F}"/>
              </a:ext>
            </a:extLst>
          </p:cNvPr>
          <p:cNvSpPr>
            <a:spLocks noGrp="1"/>
          </p:cNvSpPr>
          <p:nvPr>
            <p:ph type="sldNum" sz="quarter" idx="12"/>
          </p:nvPr>
        </p:nvSpPr>
        <p:spPr/>
        <p:txBody>
          <a:bodyPr/>
          <a:lstStyle/>
          <a:p>
            <a:fld id="{889C577A-037B-498D-B3BC-85419E9D1460}" type="slidenum">
              <a:rPr lang="en-US" smtClean="0"/>
              <a:t>‹#›</a:t>
            </a:fld>
            <a:endParaRPr lang="en-US"/>
          </a:p>
        </p:txBody>
      </p:sp>
    </p:spTree>
    <p:extLst>
      <p:ext uri="{BB962C8B-B14F-4D97-AF65-F5344CB8AC3E}">
        <p14:creationId xmlns:p14="http://schemas.microsoft.com/office/powerpoint/2010/main" val="11730313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0C6E0F-CD83-4B72-9346-E2C736C1173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D67CB88-49DD-44F6-B7FB-92F403A3262B}"/>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807CBF5-5808-4A20-8686-3BB6CB7848AB}"/>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E119872-B5B5-4C11-B8F6-0F5C07975381}"/>
              </a:ext>
            </a:extLst>
          </p:cNvPr>
          <p:cNvSpPr>
            <a:spLocks noGrp="1"/>
          </p:cNvSpPr>
          <p:nvPr>
            <p:ph type="dt" sz="half" idx="10"/>
          </p:nvPr>
        </p:nvSpPr>
        <p:spPr/>
        <p:txBody>
          <a:bodyPr/>
          <a:lstStyle/>
          <a:p>
            <a:fld id="{C1294FAA-CE77-4682-9071-8CBD0ED80AD6}" type="datetimeFigureOut">
              <a:rPr lang="en-US" smtClean="0"/>
              <a:t>12/27/2019</a:t>
            </a:fld>
            <a:endParaRPr lang="en-US"/>
          </a:p>
        </p:txBody>
      </p:sp>
      <p:sp>
        <p:nvSpPr>
          <p:cNvPr id="6" name="Footer Placeholder 5">
            <a:extLst>
              <a:ext uri="{FF2B5EF4-FFF2-40B4-BE49-F238E27FC236}">
                <a16:creationId xmlns:a16="http://schemas.microsoft.com/office/drawing/2014/main" id="{7C1838D8-36C4-4EFC-A089-E4176682695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CAB0DAD-FA94-4B53-BAA8-75964E2C08D7}"/>
              </a:ext>
            </a:extLst>
          </p:cNvPr>
          <p:cNvSpPr>
            <a:spLocks noGrp="1"/>
          </p:cNvSpPr>
          <p:nvPr>
            <p:ph type="sldNum" sz="quarter" idx="12"/>
          </p:nvPr>
        </p:nvSpPr>
        <p:spPr/>
        <p:txBody>
          <a:bodyPr/>
          <a:lstStyle/>
          <a:p>
            <a:fld id="{889C577A-037B-498D-B3BC-85419E9D1460}" type="slidenum">
              <a:rPr lang="en-US" smtClean="0"/>
              <a:t>‹#›</a:t>
            </a:fld>
            <a:endParaRPr lang="en-US"/>
          </a:p>
        </p:txBody>
      </p:sp>
    </p:spTree>
    <p:extLst>
      <p:ext uri="{BB962C8B-B14F-4D97-AF65-F5344CB8AC3E}">
        <p14:creationId xmlns:p14="http://schemas.microsoft.com/office/powerpoint/2010/main" val="301755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14B1EE-197B-4C54-B391-9B55B836953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B8FEDC4-82F2-453D-8374-98AA3870D73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A9ABEA48-A774-49EE-ADDB-FF67ADFC0749}"/>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DCF5A9F-2334-4B8F-BB16-5111743BE1B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EEEC9F52-456E-4152-8E5F-609E5CA6E761}"/>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F83C635-B200-4F9E-871A-EB3472E257A9}"/>
              </a:ext>
            </a:extLst>
          </p:cNvPr>
          <p:cNvSpPr>
            <a:spLocks noGrp="1"/>
          </p:cNvSpPr>
          <p:nvPr>
            <p:ph type="dt" sz="half" idx="10"/>
          </p:nvPr>
        </p:nvSpPr>
        <p:spPr/>
        <p:txBody>
          <a:bodyPr/>
          <a:lstStyle/>
          <a:p>
            <a:fld id="{C1294FAA-CE77-4682-9071-8CBD0ED80AD6}" type="datetimeFigureOut">
              <a:rPr lang="en-US" smtClean="0"/>
              <a:t>12/27/2019</a:t>
            </a:fld>
            <a:endParaRPr lang="en-US"/>
          </a:p>
        </p:txBody>
      </p:sp>
      <p:sp>
        <p:nvSpPr>
          <p:cNvPr id="8" name="Footer Placeholder 7">
            <a:extLst>
              <a:ext uri="{FF2B5EF4-FFF2-40B4-BE49-F238E27FC236}">
                <a16:creationId xmlns:a16="http://schemas.microsoft.com/office/drawing/2014/main" id="{65A8849E-64E6-49D2-AF28-44223F61125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861973A-AF3A-4435-A00F-ABC328D32BCA}"/>
              </a:ext>
            </a:extLst>
          </p:cNvPr>
          <p:cNvSpPr>
            <a:spLocks noGrp="1"/>
          </p:cNvSpPr>
          <p:nvPr>
            <p:ph type="sldNum" sz="quarter" idx="12"/>
          </p:nvPr>
        </p:nvSpPr>
        <p:spPr/>
        <p:txBody>
          <a:bodyPr/>
          <a:lstStyle/>
          <a:p>
            <a:fld id="{889C577A-037B-498D-B3BC-85419E9D1460}" type="slidenum">
              <a:rPr lang="en-US" smtClean="0"/>
              <a:t>‹#›</a:t>
            </a:fld>
            <a:endParaRPr lang="en-US"/>
          </a:p>
        </p:txBody>
      </p:sp>
    </p:spTree>
    <p:extLst>
      <p:ext uri="{BB962C8B-B14F-4D97-AF65-F5344CB8AC3E}">
        <p14:creationId xmlns:p14="http://schemas.microsoft.com/office/powerpoint/2010/main" val="6364033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2666C3-85E4-4809-B349-2633F91F8EA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D608A63-36CF-4EB2-A387-EEE3A88C954F}"/>
              </a:ext>
            </a:extLst>
          </p:cNvPr>
          <p:cNvSpPr>
            <a:spLocks noGrp="1"/>
          </p:cNvSpPr>
          <p:nvPr>
            <p:ph type="dt" sz="half" idx="10"/>
          </p:nvPr>
        </p:nvSpPr>
        <p:spPr/>
        <p:txBody>
          <a:bodyPr/>
          <a:lstStyle/>
          <a:p>
            <a:fld id="{C1294FAA-CE77-4682-9071-8CBD0ED80AD6}" type="datetimeFigureOut">
              <a:rPr lang="en-US" smtClean="0"/>
              <a:t>12/27/2019</a:t>
            </a:fld>
            <a:endParaRPr lang="en-US"/>
          </a:p>
        </p:txBody>
      </p:sp>
      <p:sp>
        <p:nvSpPr>
          <p:cNvPr id="4" name="Footer Placeholder 3">
            <a:extLst>
              <a:ext uri="{FF2B5EF4-FFF2-40B4-BE49-F238E27FC236}">
                <a16:creationId xmlns:a16="http://schemas.microsoft.com/office/drawing/2014/main" id="{EE068D7B-36F1-449A-8C30-2D0DC689325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FF44636-3B53-478D-BE00-118987607E66}"/>
              </a:ext>
            </a:extLst>
          </p:cNvPr>
          <p:cNvSpPr>
            <a:spLocks noGrp="1"/>
          </p:cNvSpPr>
          <p:nvPr>
            <p:ph type="sldNum" sz="quarter" idx="12"/>
          </p:nvPr>
        </p:nvSpPr>
        <p:spPr/>
        <p:txBody>
          <a:bodyPr/>
          <a:lstStyle/>
          <a:p>
            <a:fld id="{889C577A-037B-498D-B3BC-85419E9D1460}" type="slidenum">
              <a:rPr lang="en-US" smtClean="0"/>
              <a:t>‹#›</a:t>
            </a:fld>
            <a:endParaRPr lang="en-US"/>
          </a:p>
        </p:txBody>
      </p:sp>
    </p:spTree>
    <p:extLst>
      <p:ext uri="{BB962C8B-B14F-4D97-AF65-F5344CB8AC3E}">
        <p14:creationId xmlns:p14="http://schemas.microsoft.com/office/powerpoint/2010/main" val="28890982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C4F2114-A7C6-43E9-B1BF-5D9E1E1CFBA2}"/>
              </a:ext>
            </a:extLst>
          </p:cNvPr>
          <p:cNvSpPr>
            <a:spLocks noGrp="1"/>
          </p:cNvSpPr>
          <p:nvPr>
            <p:ph type="dt" sz="half" idx="10"/>
          </p:nvPr>
        </p:nvSpPr>
        <p:spPr/>
        <p:txBody>
          <a:bodyPr/>
          <a:lstStyle/>
          <a:p>
            <a:fld id="{C1294FAA-CE77-4682-9071-8CBD0ED80AD6}" type="datetimeFigureOut">
              <a:rPr lang="en-US" smtClean="0"/>
              <a:t>12/27/2019</a:t>
            </a:fld>
            <a:endParaRPr lang="en-US"/>
          </a:p>
        </p:txBody>
      </p:sp>
      <p:sp>
        <p:nvSpPr>
          <p:cNvPr id="3" name="Footer Placeholder 2">
            <a:extLst>
              <a:ext uri="{FF2B5EF4-FFF2-40B4-BE49-F238E27FC236}">
                <a16:creationId xmlns:a16="http://schemas.microsoft.com/office/drawing/2014/main" id="{084AADAB-4071-485B-8426-05A399A6969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0036A95-8EFB-4B92-A351-B3098B881D5D}"/>
              </a:ext>
            </a:extLst>
          </p:cNvPr>
          <p:cNvSpPr>
            <a:spLocks noGrp="1"/>
          </p:cNvSpPr>
          <p:nvPr>
            <p:ph type="sldNum" sz="quarter" idx="12"/>
          </p:nvPr>
        </p:nvSpPr>
        <p:spPr/>
        <p:txBody>
          <a:bodyPr/>
          <a:lstStyle/>
          <a:p>
            <a:fld id="{889C577A-037B-498D-B3BC-85419E9D1460}" type="slidenum">
              <a:rPr lang="en-US" smtClean="0"/>
              <a:t>‹#›</a:t>
            </a:fld>
            <a:endParaRPr lang="en-US"/>
          </a:p>
        </p:txBody>
      </p:sp>
    </p:spTree>
    <p:extLst>
      <p:ext uri="{BB962C8B-B14F-4D97-AF65-F5344CB8AC3E}">
        <p14:creationId xmlns:p14="http://schemas.microsoft.com/office/powerpoint/2010/main" val="2100909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CDEB7E-C1BD-4F5A-85D9-225942ECD9D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2510CE9-3140-4125-824D-D4DE3BF4D93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A975B11-4C6E-4E00-9BAD-68504E117E2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51412C3F-4FD4-4936-8CF1-8959BC5D87F0}"/>
              </a:ext>
            </a:extLst>
          </p:cNvPr>
          <p:cNvSpPr>
            <a:spLocks noGrp="1"/>
          </p:cNvSpPr>
          <p:nvPr>
            <p:ph type="dt" sz="half" idx="10"/>
          </p:nvPr>
        </p:nvSpPr>
        <p:spPr/>
        <p:txBody>
          <a:bodyPr/>
          <a:lstStyle/>
          <a:p>
            <a:fld id="{C1294FAA-CE77-4682-9071-8CBD0ED80AD6}" type="datetimeFigureOut">
              <a:rPr lang="en-US" smtClean="0"/>
              <a:t>12/27/2019</a:t>
            </a:fld>
            <a:endParaRPr lang="en-US"/>
          </a:p>
        </p:txBody>
      </p:sp>
      <p:sp>
        <p:nvSpPr>
          <p:cNvPr id="6" name="Footer Placeholder 5">
            <a:extLst>
              <a:ext uri="{FF2B5EF4-FFF2-40B4-BE49-F238E27FC236}">
                <a16:creationId xmlns:a16="http://schemas.microsoft.com/office/drawing/2014/main" id="{D8E880CD-481E-4CD7-85B0-486C4132B91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FB6F341-3DA2-4CCE-9C2E-878985418AFA}"/>
              </a:ext>
            </a:extLst>
          </p:cNvPr>
          <p:cNvSpPr>
            <a:spLocks noGrp="1"/>
          </p:cNvSpPr>
          <p:nvPr>
            <p:ph type="sldNum" sz="quarter" idx="12"/>
          </p:nvPr>
        </p:nvSpPr>
        <p:spPr/>
        <p:txBody>
          <a:bodyPr/>
          <a:lstStyle/>
          <a:p>
            <a:fld id="{889C577A-037B-498D-B3BC-85419E9D1460}" type="slidenum">
              <a:rPr lang="en-US" smtClean="0"/>
              <a:t>‹#›</a:t>
            </a:fld>
            <a:endParaRPr lang="en-US"/>
          </a:p>
        </p:txBody>
      </p:sp>
    </p:spTree>
    <p:extLst>
      <p:ext uri="{BB962C8B-B14F-4D97-AF65-F5344CB8AC3E}">
        <p14:creationId xmlns:p14="http://schemas.microsoft.com/office/powerpoint/2010/main" val="21235821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CE72E2-975A-44EC-97F8-4B8F36EB253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A898486-D84E-4A69-B944-BD0AFB2E5ED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4D871B2-BB07-436D-8F12-C84E1268CD5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489167A1-B5CD-4588-A23E-7A520645502F}"/>
              </a:ext>
            </a:extLst>
          </p:cNvPr>
          <p:cNvSpPr>
            <a:spLocks noGrp="1"/>
          </p:cNvSpPr>
          <p:nvPr>
            <p:ph type="dt" sz="half" idx="10"/>
          </p:nvPr>
        </p:nvSpPr>
        <p:spPr/>
        <p:txBody>
          <a:bodyPr/>
          <a:lstStyle/>
          <a:p>
            <a:fld id="{C1294FAA-CE77-4682-9071-8CBD0ED80AD6}" type="datetimeFigureOut">
              <a:rPr lang="en-US" smtClean="0"/>
              <a:t>12/27/2019</a:t>
            </a:fld>
            <a:endParaRPr lang="en-US"/>
          </a:p>
        </p:txBody>
      </p:sp>
      <p:sp>
        <p:nvSpPr>
          <p:cNvPr id="6" name="Footer Placeholder 5">
            <a:extLst>
              <a:ext uri="{FF2B5EF4-FFF2-40B4-BE49-F238E27FC236}">
                <a16:creationId xmlns:a16="http://schemas.microsoft.com/office/drawing/2014/main" id="{0E1422C7-2697-4D51-A401-A322529B93B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B139A3B-5A20-401C-ABBF-1743A1E8AE02}"/>
              </a:ext>
            </a:extLst>
          </p:cNvPr>
          <p:cNvSpPr>
            <a:spLocks noGrp="1"/>
          </p:cNvSpPr>
          <p:nvPr>
            <p:ph type="sldNum" sz="quarter" idx="12"/>
          </p:nvPr>
        </p:nvSpPr>
        <p:spPr/>
        <p:txBody>
          <a:bodyPr/>
          <a:lstStyle/>
          <a:p>
            <a:fld id="{889C577A-037B-498D-B3BC-85419E9D1460}" type="slidenum">
              <a:rPr lang="en-US" smtClean="0"/>
              <a:t>‹#›</a:t>
            </a:fld>
            <a:endParaRPr lang="en-US"/>
          </a:p>
        </p:txBody>
      </p:sp>
    </p:spTree>
    <p:extLst>
      <p:ext uri="{BB962C8B-B14F-4D97-AF65-F5344CB8AC3E}">
        <p14:creationId xmlns:p14="http://schemas.microsoft.com/office/powerpoint/2010/main" val="37534776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07295A-2138-436B-8201-821070F68B7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10217DF-E2D0-4913-9554-98EED0AD54B2}"/>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7134177-A1F8-4B43-9623-5C300D5425B1}"/>
              </a:ext>
            </a:extLst>
          </p:cNvPr>
          <p:cNvSpPr>
            <a:spLocks noGrp="1"/>
          </p:cNvSpPr>
          <p:nvPr>
            <p:ph type="dt" sz="half" idx="10"/>
          </p:nvPr>
        </p:nvSpPr>
        <p:spPr/>
        <p:txBody>
          <a:bodyPr/>
          <a:lstStyle/>
          <a:p>
            <a:fld id="{C1294FAA-CE77-4682-9071-8CBD0ED80AD6}" type="datetimeFigureOut">
              <a:rPr lang="en-US" smtClean="0"/>
              <a:t>12/27/2019</a:t>
            </a:fld>
            <a:endParaRPr lang="en-US"/>
          </a:p>
        </p:txBody>
      </p:sp>
      <p:sp>
        <p:nvSpPr>
          <p:cNvPr id="5" name="Footer Placeholder 4">
            <a:extLst>
              <a:ext uri="{FF2B5EF4-FFF2-40B4-BE49-F238E27FC236}">
                <a16:creationId xmlns:a16="http://schemas.microsoft.com/office/drawing/2014/main" id="{A037A581-5386-49C3-B795-B7BFFCC767F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565891C-1438-466C-A582-398D1FF39F2B}"/>
              </a:ext>
            </a:extLst>
          </p:cNvPr>
          <p:cNvSpPr>
            <a:spLocks noGrp="1"/>
          </p:cNvSpPr>
          <p:nvPr>
            <p:ph type="sldNum" sz="quarter" idx="12"/>
          </p:nvPr>
        </p:nvSpPr>
        <p:spPr/>
        <p:txBody>
          <a:bodyPr/>
          <a:lstStyle/>
          <a:p>
            <a:fld id="{889C577A-037B-498D-B3BC-85419E9D1460}" type="slidenum">
              <a:rPr lang="en-US" smtClean="0"/>
              <a:t>‹#›</a:t>
            </a:fld>
            <a:endParaRPr lang="en-US"/>
          </a:p>
        </p:txBody>
      </p:sp>
    </p:spTree>
    <p:extLst>
      <p:ext uri="{BB962C8B-B14F-4D97-AF65-F5344CB8AC3E}">
        <p14:creationId xmlns:p14="http://schemas.microsoft.com/office/powerpoint/2010/main" val="15074353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9BCD96F-ED58-402A-B98E-49F0AEDDDEC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7612DEC-6B9E-4EC8-9A67-D5CC39664B58}"/>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27BF590-FBCD-4F36-80B2-CEFD2240E5C1}"/>
              </a:ext>
            </a:extLst>
          </p:cNvPr>
          <p:cNvSpPr>
            <a:spLocks noGrp="1"/>
          </p:cNvSpPr>
          <p:nvPr>
            <p:ph type="dt" sz="half" idx="10"/>
          </p:nvPr>
        </p:nvSpPr>
        <p:spPr/>
        <p:txBody>
          <a:bodyPr/>
          <a:lstStyle/>
          <a:p>
            <a:fld id="{C1294FAA-CE77-4682-9071-8CBD0ED80AD6}" type="datetimeFigureOut">
              <a:rPr lang="en-US" smtClean="0"/>
              <a:t>12/27/2019</a:t>
            </a:fld>
            <a:endParaRPr lang="en-US"/>
          </a:p>
        </p:txBody>
      </p:sp>
      <p:sp>
        <p:nvSpPr>
          <p:cNvPr id="5" name="Footer Placeholder 4">
            <a:extLst>
              <a:ext uri="{FF2B5EF4-FFF2-40B4-BE49-F238E27FC236}">
                <a16:creationId xmlns:a16="http://schemas.microsoft.com/office/drawing/2014/main" id="{84CB18EB-2E22-4C02-8369-DC4C0D0BE38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28BA3F9-F268-41A4-9603-C43913A7984A}"/>
              </a:ext>
            </a:extLst>
          </p:cNvPr>
          <p:cNvSpPr>
            <a:spLocks noGrp="1"/>
          </p:cNvSpPr>
          <p:nvPr>
            <p:ph type="sldNum" sz="quarter" idx="12"/>
          </p:nvPr>
        </p:nvSpPr>
        <p:spPr/>
        <p:txBody>
          <a:bodyPr/>
          <a:lstStyle/>
          <a:p>
            <a:fld id="{889C577A-037B-498D-B3BC-85419E9D1460}" type="slidenum">
              <a:rPr lang="en-US" smtClean="0"/>
              <a:t>‹#›</a:t>
            </a:fld>
            <a:endParaRPr lang="en-US"/>
          </a:p>
        </p:txBody>
      </p:sp>
    </p:spTree>
    <p:extLst>
      <p:ext uri="{BB962C8B-B14F-4D97-AF65-F5344CB8AC3E}">
        <p14:creationId xmlns:p14="http://schemas.microsoft.com/office/powerpoint/2010/main" val="28340701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0E72A1C-86F6-409F-A1A6-8EDEF6E4EC2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62B499B-39C5-48E3-87BB-00840277E2C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1E96A6B-99D0-4D06-B8AF-68ED3C10C96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1294FAA-CE77-4682-9071-8CBD0ED80AD6}" type="datetimeFigureOut">
              <a:rPr lang="en-US" smtClean="0"/>
              <a:t>12/27/2019</a:t>
            </a:fld>
            <a:endParaRPr lang="en-US"/>
          </a:p>
        </p:txBody>
      </p:sp>
      <p:sp>
        <p:nvSpPr>
          <p:cNvPr id="5" name="Footer Placeholder 4">
            <a:extLst>
              <a:ext uri="{FF2B5EF4-FFF2-40B4-BE49-F238E27FC236}">
                <a16:creationId xmlns:a16="http://schemas.microsoft.com/office/drawing/2014/main" id="{BAB31B50-B257-4EBF-9403-FE10AB267F0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34CD300-F248-49C6-8ACA-7023EA0E0D2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89C577A-037B-498D-B3BC-85419E9D1460}" type="slidenum">
              <a:rPr lang="en-US" smtClean="0"/>
              <a:t>‹#›</a:t>
            </a:fld>
            <a:endParaRPr lang="en-US"/>
          </a:p>
        </p:txBody>
      </p:sp>
    </p:spTree>
    <p:extLst>
      <p:ext uri="{BB962C8B-B14F-4D97-AF65-F5344CB8AC3E}">
        <p14:creationId xmlns:p14="http://schemas.microsoft.com/office/powerpoint/2010/main" val="68622758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1.xml"/><Relationship Id="rId4" Type="http://schemas.microsoft.com/office/2007/relationships/hdphoto" Target="../media/hdphoto1.wdp"/></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25EBA4-60B8-4551-BA16-87AAB37D2522}"/>
              </a:ext>
            </a:extLst>
          </p:cNvPr>
          <p:cNvSpPr>
            <a:spLocks noGrp="1"/>
          </p:cNvSpPr>
          <p:nvPr>
            <p:ph type="ctrTitle"/>
          </p:nvPr>
        </p:nvSpPr>
        <p:spPr/>
        <p:txBody>
          <a:bodyPr/>
          <a:lstStyle/>
          <a:p>
            <a:endParaRPr lang="en-US"/>
          </a:p>
        </p:txBody>
      </p:sp>
      <p:sp>
        <p:nvSpPr>
          <p:cNvPr id="3" name="Subtitle 2">
            <a:extLst>
              <a:ext uri="{FF2B5EF4-FFF2-40B4-BE49-F238E27FC236}">
                <a16:creationId xmlns:a16="http://schemas.microsoft.com/office/drawing/2014/main" id="{A0E25E0B-6680-41E4-AC5F-544613969519}"/>
              </a:ext>
            </a:extLst>
          </p:cNvPr>
          <p:cNvSpPr>
            <a:spLocks noGrp="1"/>
          </p:cNvSpPr>
          <p:nvPr>
            <p:ph type="subTitle" idx="1"/>
          </p:nvPr>
        </p:nvSpPr>
        <p:spPr/>
        <p:txBody>
          <a:bodyPr/>
          <a:lstStyle/>
          <a:p>
            <a:endParaRPr lang="en-US"/>
          </a:p>
        </p:txBody>
      </p:sp>
      <p:pic>
        <p:nvPicPr>
          <p:cNvPr id="4" name="Picture 3">
            <a:extLst>
              <a:ext uri="{FF2B5EF4-FFF2-40B4-BE49-F238E27FC236}">
                <a16:creationId xmlns:a16="http://schemas.microsoft.com/office/drawing/2014/main" id="{28D2BD80-DFA2-4019-86F6-C50F54FEF63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662984" cy="6901671"/>
          </a:xfrm>
          <a:prstGeom prst="rect">
            <a:avLst/>
          </a:prstGeom>
        </p:spPr>
      </p:pic>
      <p:sp>
        <p:nvSpPr>
          <p:cNvPr id="5" name="Rectangle 4">
            <a:extLst>
              <a:ext uri="{FF2B5EF4-FFF2-40B4-BE49-F238E27FC236}">
                <a16:creationId xmlns:a16="http://schemas.microsoft.com/office/drawing/2014/main" id="{935854DF-5369-4E3E-B709-5F6DBE3EE66B}"/>
              </a:ext>
            </a:extLst>
          </p:cNvPr>
          <p:cNvSpPr/>
          <p:nvPr/>
        </p:nvSpPr>
        <p:spPr>
          <a:xfrm>
            <a:off x="4725988" y="3947547"/>
            <a:ext cx="3371728" cy="240049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r>
              <a:rPr lang="en-US" sz="1500">
                <a:solidFill>
                  <a:schemeClr val="tx1"/>
                </a:solidFill>
                <a:latin typeface="Gabriola" panose="04040605051002020D02" pitchFamily="82" charset="0"/>
              </a:rPr>
              <a:t>Dear Sakurai san, </a:t>
            </a:r>
          </a:p>
          <a:p>
            <a:r>
              <a:rPr lang="en-US" sz="1500">
                <a:solidFill>
                  <a:schemeClr val="tx1"/>
                </a:solidFill>
                <a:latin typeface="Gabriola" panose="04040605051002020D02" pitchFamily="82" charset="0"/>
              </a:rPr>
              <a:t>This is Huong from ISG, I used to work in the Production department, so I have many opportunities to contact to you. I think aprt form the stict times at work,you are the one who always knows how to play hard. Thank you so much for your supporting me in my wwork as well as my last promtion. Wish you &amp; family have good health, you will work well in new position and Jobs.</a:t>
            </a:r>
          </a:p>
          <a:p>
            <a:r>
              <a:rPr lang="en-US" sz="1500">
                <a:solidFill>
                  <a:schemeClr val="tx1"/>
                </a:solidFill>
                <a:latin typeface="Gabriola" panose="04040605051002020D02" pitchFamily="82" charset="0"/>
              </a:rPr>
              <a:t>Thanks, well come again !</a:t>
            </a:r>
          </a:p>
          <a:p>
            <a:r>
              <a:rPr lang="en-US" sz="1500">
                <a:solidFill>
                  <a:schemeClr val="tx1"/>
                </a:solidFill>
                <a:latin typeface="Gabriola" panose="04040605051002020D02" pitchFamily="82" charset="0"/>
              </a:rPr>
              <a:t>		Huong ISG</a:t>
            </a:r>
          </a:p>
        </p:txBody>
      </p:sp>
      <p:sp>
        <p:nvSpPr>
          <p:cNvPr id="6" name="Rectangle 5">
            <a:extLst>
              <a:ext uri="{FF2B5EF4-FFF2-40B4-BE49-F238E27FC236}">
                <a16:creationId xmlns:a16="http://schemas.microsoft.com/office/drawing/2014/main" id="{CEFFB8A1-73B8-416F-9606-4E56E622D0C3}"/>
              </a:ext>
            </a:extLst>
          </p:cNvPr>
          <p:cNvSpPr/>
          <p:nvPr/>
        </p:nvSpPr>
        <p:spPr>
          <a:xfrm>
            <a:off x="5855673" y="545123"/>
            <a:ext cx="3270738" cy="254977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lang="en-US" sz="1500" b="0" i="0" u="none" strike="noStrike">
                <a:solidFill>
                  <a:schemeClr val="tx1"/>
                </a:solidFill>
                <a:effectLst/>
                <a:latin typeface="Gabriola" panose="04040605051002020D02" pitchFamily="82" charset="0"/>
              </a:rPr>
              <a:t>Dear Sakurai san,</a:t>
            </a:r>
            <a:r>
              <a:rPr lang="en-US" sz="1500">
                <a:solidFill>
                  <a:schemeClr val="tx1"/>
                </a:solidFill>
                <a:latin typeface="Gabriola" panose="04040605051002020D02" pitchFamily="82" charset="0"/>
              </a:rPr>
              <a:t> </a:t>
            </a:r>
          </a:p>
          <a:p>
            <a:pPr algn="l"/>
            <a:r>
              <a:rPr lang="en-US" sz="1500" b="0" i="0" u="none" strike="noStrike">
                <a:solidFill>
                  <a:schemeClr val="tx1"/>
                </a:solidFill>
                <a:effectLst/>
                <a:latin typeface="Gabriola" panose="04040605051002020D02" pitchFamily="82" charset="0"/>
              </a:rPr>
              <a:t>This is Chung from ISG, PSNV</a:t>
            </a:r>
            <a:r>
              <a:rPr lang="en-US" sz="1500">
                <a:solidFill>
                  <a:schemeClr val="tx1"/>
                </a:solidFill>
                <a:latin typeface="Gabriola" panose="04040605051002020D02" pitchFamily="82" charset="0"/>
              </a:rPr>
              <a:t> </a:t>
            </a:r>
            <a:r>
              <a:rPr lang="en-US" sz="1500" b="0" i="0" u="none" strike="noStrike">
                <a:solidFill>
                  <a:schemeClr val="tx1"/>
                </a:solidFill>
                <a:effectLst/>
                <a:latin typeface="Gabriola" panose="04040605051002020D02" pitchFamily="82" charset="0"/>
              </a:rPr>
              <a:t>It’s time for me to say thank you for all your guidance and support. </a:t>
            </a:r>
            <a:r>
              <a:rPr lang="en-US" sz="1500">
                <a:solidFill>
                  <a:schemeClr val="tx1"/>
                </a:solidFill>
                <a:latin typeface="Gabriola" panose="04040605051002020D02" pitchFamily="82" charset="0"/>
              </a:rPr>
              <a:t> </a:t>
            </a:r>
            <a:r>
              <a:rPr lang="en-US" sz="1500" b="0" i="0" u="none" strike="noStrike">
                <a:solidFill>
                  <a:schemeClr val="tx1"/>
                </a:solidFill>
                <a:effectLst/>
                <a:latin typeface="Gabriola" panose="04040605051002020D02" pitchFamily="82" charset="0"/>
              </a:rPr>
              <a:t>I wish to express my gratitude for all the contribution for QC group and PSNV.</a:t>
            </a:r>
            <a:r>
              <a:rPr lang="en-US" sz="1500">
                <a:solidFill>
                  <a:schemeClr val="tx1"/>
                </a:solidFill>
                <a:latin typeface="Gabriola" panose="04040605051002020D02" pitchFamily="82" charset="0"/>
              </a:rPr>
              <a:t> </a:t>
            </a:r>
            <a:r>
              <a:rPr lang="en-US" sz="1500" b="0" i="0" u="none" strike="noStrike">
                <a:solidFill>
                  <a:schemeClr val="tx1"/>
                </a:solidFill>
                <a:effectLst/>
                <a:latin typeface="Gabriola" panose="04040605051002020D02" pitchFamily="82" charset="0"/>
              </a:rPr>
              <a:t>In the future I will let PSNV become smart factory and pay attention about Quality factory as well. </a:t>
            </a:r>
            <a:r>
              <a:rPr lang="en-US" sz="1500">
                <a:solidFill>
                  <a:schemeClr val="tx1"/>
                </a:solidFill>
                <a:latin typeface="Gabriola" panose="04040605051002020D02" pitchFamily="82" charset="0"/>
              </a:rPr>
              <a:t> </a:t>
            </a:r>
            <a:r>
              <a:rPr lang="en-US" sz="1500" b="0" i="0" u="none" strike="noStrike">
                <a:solidFill>
                  <a:schemeClr val="tx1"/>
                </a:solidFill>
                <a:effectLst/>
                <a:latin typeface="Gabriola" panose="04040605051002020D02" pitchFamily="82" charset="0"/>
              </a:rPr>
              <a:t>Do keep in touch and you may reach me at the email at the end of letter.</a:t>
            </a:r>
            <a:r>
              <a:rPr lang="en-US" sz="1500">
                <a:solidFill>
                  <a:schemeClr val="tx1"/>
                </a:solidFill>
                <a:latin typeface="Gabriola" panose="04040605051002020D02" pitchFamily="82" charset="0"/>
              </a:rPr>
              <a:t> </a:t>
            </a:r>
            <a:r>
              <a:rPr lang="en-US" sz="1500" b="0" i="0" u="none" strike="noStrike">
                <a:solidFill>
                  <a:schemeClr val="tx1"/>
                </a:solidFill>
                <a:effectLst/>
                <a:latin typeface="Gabriola" panose="04040605051002020D02" pitchFamily="82" charset="0"/>
              </a:rPr>
              <a:t>I wish you  and your family good health, lucky and success always .</a:t>
            </a:r>
          </a:p>
          <a:p>
            <a:pPr algn="l"/>
            <a:r>
              <a:rPr lang="en-US" sz="1500" b="0" i="0" u="none" strike="noStrike">
                <a:solidFill>
                  <a:schemeClr val="tx1"/>
                </a:solidFill>
                <a:effectLst/>
                <a:latin typeface="Gabriola" panose="04040605051002020D02" pitchFamily="82" charset="0"/>
              </a:rPr>
              <a:t>Thanks again for everything!</a:t>
            </a:r>
            <a:r>
              <a:rPr lang="en-US" sz="1500">
                <a:solidFill>
                  <a:schemeClr val="tx1"/>
                </a:solidFill>
                <a:latin typeface="Gabriola" panose="04040605051002020D02" pitchFamily="82" charset="0"/>
              </a:rPr>
              <a:t> </a:t>
            </a:r>
          </a:p>
          <a:p>
            <a:pPr algn="l"/>
            <a:r>
              <a:rPr lang="en-US" sz="1500" b="0" i="0" u="none" strike="noStrike">
                <a:solidFill>
                  <a:schemeClr val="tx1"/>
                </a:solidFill>
                <a:effectLst/>
                <a:latin typeface="Gabriola" panose="04040605051002020D02" pitchFamily="82" charset="0"/>
              </a:rPr>
              <a:t>		</a:t>
            </a:r>
            <a:r>
              <a:rPr lang="en-GB" sz="1500">
                <a:solidFill>
                  <a:schemeClr val="tx1"/>
                </a:solidFill>
                <a:latin typeface="Gabriola" panose="04040605051002020D02" pitchFamily="82" charset="0"/>
              </a:rPr>
              <a:t>C</a:t>
            </a:r>
            <a:r>
              <a:rPr lang="en-US" sz="1500">
                <a:solidFill>
                  <a:schemeClr val="tx1"/>
                </a:solidFill>
                <a:latin typeface="Gabriola" panose="04040605051002020D02" pitchFamily="82" charset="0"/>
              </a:rPr>
              <a:t>hung ISG</a:t>
            </a:r>
          </a:p>
        </p:txBody>
      </p:sp>
      <p:pic>
        <p:nvPicPr>
          <p:cNvPr id="7" name="Picture 6">
            <a:extLst>
              <a:ext uri="{FF2B5EF4-FFF2-40B4-BE49-F238E27FC236}">
                <a16:creationId xmlns:a16="http://schemas.microsoft.com/office/drawing/2014/main" id="{45F363A4-15BF-4AE4-A1A1-60A0E70202B7}"/>
              </a:ext>
            </a:extLst>
          </p:cNvPr>
          <p:cNvPicPr>
            <a:picLocks noChangeAspect="1"/>
          </p:cNvPicPr>
          <p:nvPr/>
        </p:nvPicPr>
        <p:blipFill>
          <a:blip r:embed="rId3" cstate="print">
            <a:extLst>
              <a:ext uri="{BEBA8EAE-BF5A-486C-A8C5-ECC9F3942E4B}">
                <a14:imgProps xmlns:a14="http://schemas.microsoft.com/office/drawing/2010/main">
                  <a14:imgLayer r:embed="rId4">
                    <a14:imgEffect>
                      <a14:brightnessContrast bright="20000" contrast="-20000"/>
                    </a14:imgEffect>
                  </a14:imgLayer>
                </a14:imgProps>
              </a:ext>
              <a:ext uri="{28A0092B-C50C-407E-A947-70E740481C1C}">
                <a14:useLocalDpi xmlns:a14="http://schemas.microsoft.com/office/drawing/2010/main" val="0"/>
              </a:ext>
            </a:extLst>
          </a:blip>
          <a:stretch>
            <a:fillRect/>
          </a:stretch>
        </p:blipFill>
        <p:spPr>
          <a:xfrm rot="5400000">
            <a:off x="629042" y="1710690"/>
            <a:ext cx="3440420" cy="2424191"/>
          </a:xfrm>
          <a:prstGeom prst="ellipse">
            <a:avLst/>
          </a:prstGeom>
          <a:ln w="63500" cap="rnd">
            <a:no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Tree>
    <p:extLst>
      <p:ext uri="{BB962C8B-B14F-4D97-AF65-F5344CB8AC3E}">
        <p14:creationId xmlns:p14="http://schemas.microsoft.com/office/powerpoint/2010/main" val="173284129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TotalTime>
  <Words>191</Words>
  <Application>Microsoft Office PowerPoint</Application>
  <PresentationFormat>Widescreen</PresentationFormat>
  <Paragraphs>8</Paragraphs>
  <Slides>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Arial</vt:lpstr>
      <vt:lpstr>Calibri</vt:lpstr>
      <vt:lpstr>Calibri Light</vt:lpstr>
      <vt:lpstr>Gabriola</vt:lpstr>
      <vt:lpstr>Office Theme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HOA LE THU</dc:creator>
  <cp:lastModifiedBy>HOA LE THU</cp:lastModifiedBy>
  <cp:revision>1</cp:revision>
  <dcterms:created xsi:type="dcterms:W3CDTF">2019-12-27T08:13:21Z</dcterms:created>
  <dcterms:modified xsi:type="dcterms:W3CDTF">2019-12-27T08:19:31Z</dcterms:modified>
</cp:coreProperties>
</file>